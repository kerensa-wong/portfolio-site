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4C0E5F-8945-444E-9849-BFDAD8232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92F535A-9B3F-4563-9760-BF249CA39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B23044-2A20-433B-9A99-9DB6E87C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E5FA-DB6D-4AE6-BB33-5D86BB3B54DD}" type="datetimeFigureOut">
              <a:rPr lang="zh-HK" altLang="en-US" smtClean="0"/>
              <a:t>21/6/2026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A842652-6353-429E-BD8C-3A0692461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4E499B-F8DC-4379-998F-E7E0984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60B8-E554-4DE7-8DE8-1FAC2009FF0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7208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21928C-B19C-46DD-A5C2-B69B9974F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9E4682-9ECE-4078-985E-A983956A4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D88950-35B4-4B5E-B149-8EC6D6706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E5FA-DB6D-4AE6-BB33-5D86BB3B54DD}" type="datetimeFigureOut">
              <a:rPr lang="zh-HK" altLang="en-US" smtClean="0"/>
              <a:t>21/6/2026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82C381-4492-4081-BF98-FFC3F99C1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8BF93C-9DE9-4A1E-B32C-65D04DF1B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60B8-E554-4DE7-8DE8-1FAC2009FF0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48609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0B6268-3DC4-4444-A865-9F73C5454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C7668F3-A7DE-482C-8268-AD84BC920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9C2FC8-8B30-483C-AAE7-E7D28D28D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E5FA-DB6D-4AE6-BB33-5D86BB3B54DD}" type="datetimeFigureOut">
              <a:rPr lang="zh-HK" altLang="en-US" smtClean="0"/>
              <a:t>21/6/2026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69DFD6-A950-4F23-89DC-7C487DEB6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08CFEF-A66B-4405-A64F-5B87527FA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60B8-E554-4DE7-8DE8-1FAC2009FF0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41809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2A2753-D112-44FD-A259-77A83784F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D9CA88-B7CB-48C4-BCE8-6600F14E7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2B7C718-1A32-4B66-95FC-2938F39C7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3265345-0C57-4D23-9F8D-5F6B05974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E5FA-DB6D-4AE6-BB33-5D86BB3B54DD}" type="datetimeFigureOut">
              <a:rPr lang="zh-HK" altLang="en-US" smtClean="0"/>
              <a:t>21/6/2026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934DA6E-9DD5-4CDF-88B6-9B8F1C6A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8407313-ECD8-4E7C-AD59-44296147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60B8-E554-4DE7-8DE8-1FAC2009FF0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26019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2150F7-3580-4BF1-9287-0AD444655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6D8B159-5D2E-4EE3-BA53-F2D947888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0E53E36-904C-48CD-8BBD-5F3EF46B0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1DD6B8A-0CDD-4D19-A313-A2E377313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9847F03-61D2-4955-A781-7D0D28373A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402EEE0-36A1-439D-A21F-039D50385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E5FA-DB6D-4AE6-BB33-5D86BB3B54DD}" type="datetimeFigureOut">
              <a:rPr lang="zh-HK" altLang="en-US" smtClean="0"/>
              <a:t>21/6/2026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47DEBC1-AAD2-49D4-851E-0DEBDF8F2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D5C6F3F-3DB1-4F15-8556-661F9DD15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60B8-E554-4DE7-8DE8-1FAC2009FF0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4697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AB25C4-5C43-427D-AFAD-6617ED259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40C016B-F94D-4437-97AE-ED86B321C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E5FA-DB6D-4AE6-BB33-5D86BB3B54DD}" type="datetimeFigureOut">
              <a:rPr lang="zh-HK" altLang="en-US" smtClean="0"/>
              <a:t>21/6/2026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558B4FC-65E7-4271-B4BD-E6C47F72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B5EA1A9-37F3-4217-A4C0-246C7064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60B8-E554-4DE7-8DE8-1FAC2009FF0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24028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A307215-79A5-46CB-863A-F499CFD24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E5FA-DB6D-4AE6-BB33-5D86BB3B54DD}" type="datetimeFigureOut">
              <a:rPr lang="zh-HK" altLang="en-US" smtClean="0"/>
              <a:t>21/6/2026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330BEE-A8B5-4E81-A8B1-F8DA079B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1395BC-4347-4536-AA27-25BDC76BF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60B8-E554-4DE7-8DE8-1FAC2009FF0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45445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2A3D35-E42B-4B5D-B689-05189CDDB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A5F2F7-5F3D-4FB2-914E-DD61A7C33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C78F7BB-1460-4686-845A-E9D486898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49BC967-425F-48DA-B32D-9DBA1447D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E5FA-DB6D-4AE6-BB33-5D86BB3B54DD}" type="datetimeFigureOut">
              <a:rPr lang="zh-HK" altLang="en-US" smtClean="0"/>
              <a:t>21/6/2026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D86A94-8175-4F17-8413-6281F333E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92BD74B-673A-4E20-9D3C-B11BC496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60B8-E554-4DE7-8DE8-1FAC2009FF0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88785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A548B2-876A-4E42-9350-5A136FFB3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B224349-A6EE-4901-AA23-7EED567920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A6E7393-1EE0-4FDF-BE0B-507B5306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10927D-D4D1-4530-9BD6-090525DCC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E5FA-DB6D-4AE6-BB33-5D86BB3B54DD}" type="datetimeFigureOut">
              <a:rPr lang="zh-HK" altLang="en-US" smtClean="0"/>
              <a:t>21/6/2026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2C97E47-314D-4C89-9AC3-C1B4FF4AA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405843-29AA-4378-BB6F-C1C981106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60B8-E554-4DE7-8DE8-1FAC2009FF0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2637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9987A7-B137-432D-B056-809E46C34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307C256-846F-459D-B710-56EC6ED98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B3C954-4A06-4FAB-8EBC-15AA62DBE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E5FA-DB6D-4AE6-BB33-5D86BB3B54DD}" type="datetimeFigureOut">
              <a:rPr lang="zh-HK" altLang="en-US" smtClean="0"/>
              <a:t>21/6/2026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90BC69-FF27-4A65-9B6A-74B619800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2378B8-2C3B-48F6-8CB6-A01CA60FF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60B8-E554-4DE7-8DE8-1FAC2009FF0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4836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F1C3C11-E997-4240-AE59-32CE183B2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E647513-3A03-47B3-80E4-50FDFD4CD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49960A-B003-4698-98CE-F07D2C005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E5FA-DB6D-4AE6-BB33-5D86BB3B54DD}" type="datetimeFigureOut">
              <a:rPr lang="zh-HK" altLang="en-US" smtClean="0"/>
              <a:t>21/6/2026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48D403-8D44-4F3A-89F2-330BCBF6E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FA63A48-93CD-452D-8743-8AD99C9CE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960B8-E554-4DE7-8DE8-1FAC2009FF0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80049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E1D966B-74AE-4F5D-BE8D-5CD50740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08EFF25-2B5C-4DC2-9337-AE4C0FD17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F507E5-0A5C-4669-849E-1A34467AB4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DE5FA-DB6D-4AE6-BB33-5D86BB3B54DD}" type="datetimeFigureOut">
              <a:rPr lang="zh-HK" altLang="en-US" smtClean="0"/>
              <a:t>21/6/2026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07E70B-1B78-4BCA-92AB-465E823C4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D7000F-2ACA-4231-A955-5F3AC40DE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960B8-E554-4DE7-8DE8-1FAC2009FF0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38290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D9A97A-64F7-4236-9841-82BDFA647E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HK" dirty="0"/>
              <a:t>Test</a:t>
            </a:r>
            <a:endParaRPr lang="zh-HK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B91B7D6-76C5-4BAA-8B1E-628DC58F7D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813111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D9A97A-64F7-4236-9841-82BDFA647E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HK" dirty="0"/>
              <a:t>Test – page 2</a:t>
            </a:r>
            <a:endParaRPr lang="zh-HK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B91B7D6-76C5-4BAA-8B1E-628DC58F7D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17476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5</Words>
  <Application>Microsoft Office PowerPoint</Application>
  <PresentationFormat>寬螢幕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佈景主題</vt:lpstr>
      <vt:lpstr>Test</vt:lpstr>
      <vt:lpstr>Test – page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 o t Ng</dc:creator>
  <cp:lastModifiedBy>L o t Ng</cp:lastModifiedBy>
  <cp:revision>2</cp:revision>
  <dcterms:created xsi:type="dcterms:W3CDTF">2026-06-21T08:37:54Z</dcterms:created>
  <dcterms:modified xsi:type="dcterms:W3CDTF">2026-06-21T10:09:09Z</dcterms:modified>
</cp:coreProperties>
</file>